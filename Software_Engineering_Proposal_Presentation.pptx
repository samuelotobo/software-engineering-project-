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9A950-536D-45FE-A219-FA6F80C75D0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C568C-D19E-422D-99EE-6E31AE25F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17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8C568C-D19E-422D-99EE-6E31AE25F7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20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097280"/>
            <a:ext cx="10698480" cy="4114800"/>
          </a:xfrm>
          <a:prstGeom prst="round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498726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Slot Reservation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26080"/>
            <a:ext cx="498726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C8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CMPE314 – Software Engineering Project Proposal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Samuel Akpoghene Otobo (22100896)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183" y="1731483"/>
            <a:ext cx="3795191" cy="28463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33601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9144000" cy="41148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4400" y="1300160"/>
            <a:ext cx="30380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39"/>
            <a:ext cx="9144000" cy="41148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4400" y="1940239"/>
            <a:ext cx="24527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 Aim and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9144000" cy="41148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4400" y="2580320"/>
            <a:ext cx="26516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System Features &amp; Use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00399"/>
            <a:ext cx="9144000" cy="41148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4400" y="3220399"/>
            <a:ext cx="20873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79"/>
            <a:ext cx="9144000" cy="41148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4400" y="3860479"/>
            <a:ext cx="165955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80560"/>
            <a:ext cx="9144000" cy="41148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4400" y="4500560"/>
            <a:ext cx="15522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20640"/>
            <a:ext cx="9144000" cy="41148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4400" y="5140640"/>
            <a:ext cx="28857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Benefits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36864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8FF"/>
                </a:solidFill>
              </a:defRPr>
            </a:pPr>
            <a:r>
              <a:rPr dirty="0"/>
              <a:t>Overview of the parking management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63040"/>
            <a:ext cx="498753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000" dirty="0"/>
              <a:t>Background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/>
              <a:t>• Rapid increase in vehicle ownership has created parking challenges.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/>
              <a:t>• Drivers spend unnecessary time searching for parking spaces.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/>
              <a:t>• Manual parking systems lead to delays and congestion.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371" y="1118025"/>
            <a:ext cx="5581314" cy="41859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303520" cy="3291840"/>
          </a:xfrm>
          <a:prstGeom prst="roundRect">
            <a:avLst/>
          </a:prstGeom>
          <a:solidFill>
            <a:srgbClr val="7F1D1D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463039"/>
            <a:ext cx="5230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000" dirty="0"/>
              <a:t>Existing Issues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/>
              <a:t>• No centralized parking reservation platform.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/>
              <a:t>• Drivers cannot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sz="2000" dirty="0"/>
              <a:t> slot availability remotely.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/>
              <a:t>• Traffic congestion increases around parking areas.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/>
              <a:t>• Inefficient slot management and poor reporting.</a:t>
            </a:r>
          </a:p>
        </p:txBody>
      </p:sp>
      <p:pic>
        <p:nvPicPr>
          <p:cNvPr id="5" name="Picture 4" descr="occupancy_ref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114800" cy="43907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Project Aim &amp;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303520" cy="1828800"/>
          </a:xfrm>
          <a:prstGeom prst="roundRect">
            <a:avLst/>
          </a:prstGeom>
          <a:solidFill>
            <a:srgbClr val="2563EB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463040"/>
            <a:ext cx="512064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Aim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 web-based system for reserving parking spaces efficiently.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user convenience and parking organization.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5303520" cy="2103120"/>
          </a:xfrm>
          <a:prstGeom prst="roundRect">
            <a:avLst/>
          </a:prstGeom>
          <a:solidFill>
            <a:srgbClr val="1E40A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3566160"/>
            <a:ext cx="3857146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secure user authentication.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 online reservation and cancellation.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admin monitoring dashboard.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reports and notifications.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542" y="1550411"/>
            <a:ext cx="5903983" cy="39359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29508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4000">
                <a:latin typeface="Times New Roman" panose="02020603050405020304" pitchFamily="18" charset="0"/>
                <a:cs typeface="Times New Roman" panose="02020603050405020304" pitchFamily="18" charset="0"/>
              </a:rPr>
              <a:t>4. System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1371600"/>
          </a:xfrm>
          <a:prstGeom prst="roundRect">
            <a:avLst/>
          </a:prstGeom>
          <a:solidFill>
            <a:srgbClr val="1E3A8A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52344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registration and login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371600"/>
            <a:ext cx="3291840" cy="1371600"/>
          </a:xfrm>
          <a:prstGeom prst="roundRect">
            <a:avLst/>
          </a:prstGeom>
          <a:solidFill>
            <a:srgbClr val="1E3A8A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36115" y="1463040"/>
            <a:ext cx="262283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Availability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parking slot updates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91840" cy="1371600"/>
          </a:xfrm>
          <a:prstGeom prst="roundRect">
            <a:avLst/>
          </a:prstGeom>
          <a:solidFill>
            <a:srgbClr val="1E3A8A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6168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Reserve parking slots </a:t>
            </a:r>
            <a:r>
              <a:rPr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payment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3291840" cy="1371600"/>
          </a:xfrm>
          <a:prstGeom prst="roundRect">
            <a:avLst/>
          </a:prstGeom>
          <a:solidFill>
            <a:srgbClr val="1E3A8A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214033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Alerts and reminders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291840"/>
            <a:ext cx="3291840" cy="1371600"/>
          </a:xfrm>
          <a:prstGeom prst="roundRect">
            <a:avLst/>
          </a:prstGeom>
          <a:solidFill>
            <a:srgbClr val="1E3A8A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303159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 slots and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91840"/>
            <a:ext cx="3291840" cy="1371600"/>
          </a:xfrm>
          <a:prstGeom prst="roundRect">
            <a:avLst/>
          </a:prstGeom>
          <a:solidFill>
            <a:srgbClr val="1E3A8A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0" y="3383280"/>
            <a:ext cx="232307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parking usage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Functional 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80160"/>
            <a:ext cx="10058400" cy="384048"/>
          </a:xfrm>
          <a:prstGeom prst="round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2960" y="129016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FR-01: User Account Creation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058400" cy="384048"/>
          </a:xfrm>
          <a:prstGeom prst="round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2960" y="179308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FR-02: Secure Login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10058400" cy="384048"/>
          </a:xfrm>
          <a:prstGeom prst="round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2960" y="229600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FR-03: Display Available Parking Slots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10058400" cy="384048"/>
          </a:xfrm>
          <a:prstGeom prst="round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2960" y="279892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FR-04: Online Reservation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91840"/>
            <a:ext cx="10058400" cy="384048"/>
          </a:xfrm>
          <a:prstGeom prst="round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2960" y="330184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FR-05: Modify or Cancel Bookings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94760"/>
            <a:ext cx="10058400" cy="384048"/>
          </a:xfrm>
          <a:prstGeom prst="round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960" y="380476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FR-06: Notification Reminders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97680"/>
            <a:ext cx="10058400" cy="384048"/>
          </a:xfrm>
          <a:prstGeom prst="round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960" y="430768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FR-07: Admin Slot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10058400" cy="384048"/>
          </a:xfrm>
          <a:prstGeom prst="roundRect">
            <a:avLst/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960" y="481060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FR-08: Reports and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91440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t>• HTML, CSS, JavaScript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91440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t>• Django / Node.js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91440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Database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t>• MySQL /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91440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Version Control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t>• 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91440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79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Libraries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t>• Bootstrap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4925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7. Project </a:t>
            </a:r>
            <a:r>
              <a:rPr dirty="0" smtClean="0"/>
              <a:t>Timeline</a:t>
            </a:r>
            <a:r>
              <a:rPr lang="en-US" dirty="0" smtClean="0"/>
              <a:t> and </a:t>
            </a:r>
            <a:r>
              <a:rPr lang="en-US" dirty="0" err="1" smtClean="0"/>
              <a:t>Gaant</a:t>
            </a:r>
            <a:r>
              <a:rPr lang="en-US" dirty="0" smtClean="0"/>
              <a:t> Chart</a:t>
            </a:r>
            <a:endParaRPr dirty="0"/>
          </a:p>
        </p:txBody>
      </p:sp>
      <p:pic>
        <p:nvPicPr>
          <p:cNvPr id="3" name="Picture 2" descr="timeline_ref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1" y="1371600"/>
            <a:ext cx="2917036" cy="197348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606724" y="1404741"/>
            <a:ext cx="4206240" cy="1699164"/>
          </a:xfrm>
          <a:prstGeom prst="roundRect">
            <a:avLst/>
          </a:prstGeom>
          <a:solidFill>
            <a:srgbClr val="2563EB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04651" y="1417473"/>
            <a:ext cx="3810386" cy="1491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Development Phases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dirty="0"/>
              <a:t>• Weeks 1–2: Requirements Gathering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dirty="0"/>
              <a:t>• Weeks 3–4: UML Modeling &amp; System Design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dirty="0"/>
              <a:t>• Weeks 5–6: Core Feature Implementation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dirty="0"/>
              <a:t>• Weeks 7–8: Testing, Documentation &amp; Deployment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3578466"/>
            <a:ext cx="10058400" cy="30097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34532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/>
              <a:t>8. Expected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058400" cy="3200400"/>
          </a:xfrm>
          <a:prstGeom prst="roundRect">
            <a:avLst/>
          </a:prstGeom>
          <a:solidFill>
            <a:srgbClr val="10B981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1097279" y="1554480"/>
            <a:ext cx="72712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congestion and waiting time.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parking efficiency.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Enhances user experience with online access.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data analytics for management decisions.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future scalability and smart parking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9120851" cy="2185300"/>
          </a:xfrm>
          <a:prstGeom prst="roundRect">
            <a:avLst/>
          </a:prstGeom>
          <a:solidFill>
            <a:srgbClr val="1E293B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8562537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Parking Slot Reservation System offers an efficient digital parking solution.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demonstrates practical software engineering concepts.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improves organization, automation, and user convenience.</a:t>
            </a:r>
          </a:p>
          <a:p>
            <a:pPr>
              <a:defRPr sz="1400">
                <a:solidFill>
                  <a:srgbClr val="E6E6E6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improvements may include AI-based smart parking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413</Words>
  <Application>Microsoft Office PowerPoint</Application>
  <PresentationFormat>Custom</PresentationFormat>
  <Paragraphs>84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2026-06-04T05:45:05Z</dcterms:modified>
  <cp:category/>
</cp:coreProperties>
</file>